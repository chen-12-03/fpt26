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3103225" cy="67675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789EA-FC51-AD1B-5E7D-7188873C2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904" y="1107554"/>
            <a:ext cx="9827419" cy="2356097"/>
          </a:xfrm>
        </p:spPr>
        <p:txBody>
          <a:bodyPr anchor="b"/>
          <a:lstStyle>
            <a:lvl1pPr algn="ctr">
              <a:defRPr sz="592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5D07A9-B402-7C86-57A5-7E6DD2C79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7904" y="3554512"/>
            <a:ext cx="9827419" cy="1633915"/>
          </a:xfrm>
        </p:spPr>
        <p:txBody>
          <a:bodyPr/>
          <a:lstStyle>
            <a:lvl1pPr marL="0" indent="0" algn="ctr">
              <a:buNone/>
              <a:defRPr sz="2368"/>
            </a:lvl1pPr>
            <a:lvl2pPr marL="451165" indent="0" algn="ctr">
              <a:buNone/>
              <a:defRPr sz="1974"/>
            </a:lvl2pPr>
            <a:lvl3pPr marL="902330" indent="0" algn="ctr">
              <a:buNone/>
              <a:defRPr sz="1776"/>
            </a:lvl3pPr>
            <a:lvl4pPr marL="1353495" indent="0" algn="ctr">
              <a:buNone/>
              <a:defRPr sz="1579"/>
            </a:lvl4pPr>
            <a:lvl5pPr marL="1804660" indent="0" algn="ctr">
              <a:buNone/>
              <a:defRPr sz="1579"/>
            </a:lvl5pPr>
            <a:lvl6pPr marL="2255825" indent="0" algn="ctr">
              <a:buNone/>
              <a:defRPr sz="1579"/>
            </a:lvl6pPr>
            <a:lvl7pPr marL="2706990" indent="0" algn="ctr">
              <a:buNone/>
              <a:defRPr sz="1579"/>
            </a:lvl7pPr>
            <a:lvl8pPr marL="3158155" indent="0" algn="ctr">
              <a:buNone/>
              <a:defRPr sz="1579"/>
            </a:lvl8pPr>
            <a:lvl9pPr marL="3609320" indent="0" algn="ctr">
              <a:buNone/>
              <a:defRPr sz="157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236D4-839D-0762-5487-39EC4E70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8DDE5C-E33A-DAB9-A665-D1C7D2A7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A735B-2F5C-DC64-B4F1-93628B2C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19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A1331-B980-B354-9AFB-A4764637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E0084F-FF1E-7FB5-0AD0-99E69CF7C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796CF-2F9D-CD89-F042-D986DCE8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5542A-95D0-F192-6886-D886CF65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5B830-D3F1-72D9-47E6-C3EE600F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81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238C4-F738-18C1-CF74-40E9BB2C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22" y="1687181"/>
            <a:ext cx="11301532" cy="2815097"/>
          </a:xfrm>
        </p:spPr>
        <p:txBody>
          <a:bodyPr anchor="b"/>
          <a:lstStyle>
            <a:lvl1pPr>
              <a:defRPr sz="592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9CC5B9-FE64-24FE-7DA2-006615E1F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22" y="4528909"/>
            <a:ext cx="11301532" cy="1480393"/>
          </a:xfrm>
        </p:spPr>
        <p:txBody>
          <a:bodyPr/>
          <a:lstStyle>
            <a:lvl1pPr marL="0" indent="0">
              <a:buNone/>
              <a:defRPr sz="2368">
                <a:solidFill>
                  <a:schemeClr val="tx1">
                    <a:tint val="75000"/>
                  </a:schemeClr>
                </a:solidFill>
              </a:defRPr>
            </a:lvl1pPr>
            <a:lvl2pPr marL="451165" indent="0">
              <a:buNone/>
              <a:defRPr sz="1974">
                <a:solidFill>
                  <a:schemeClr val="tx1">
                    <a:tint val="75000"/>
                  </a:schemeClr>
                </a:solidFill>
              </a:defRPr>
            </a:lvl2pPr>
            <a:lvl3pPr marL="902330" indent="0">
              <a:buNone/>
              <a:defRPr sz="1776">
                <a:solidFill>
                  <a:schemeClr val="tx1">
                    <a:tint val="75000"/>
                  </a:schemeClr>
                </a:solidFill>
              </a:defRPr>
            </a:lvl3pPr>
            <a:lvl4pPr marL="1353495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4pPr>
            <a:lvl5pPr marL="180466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5pPr>
            <a:lvl6pPr marL="2255825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6pPr>
            <a:lvl7pPr marL="270699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7pPr>
            <a:lvl8pPr marL="3158155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8pPr>
            <a:lvl9pPr marL="360932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83CCA7-A684-2DBC-920E-29F7F1EC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032D7-6D5F-08D4-88CA-578D6AF5A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7A999-E7CC-33DA-4678-7500C0C2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8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1F5DC-8ACC-B979-912D-1B8C81E8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B32F2-2864-5C02-4E12-DD2DBD438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848" y="1801537"/>
            <a:ext cx="5568871" cy="429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280BF3-BD6C-DEF5-5ECF-516E37060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3508" y="1801537"/>
            <a:ext cx="5568871" cy="429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39B3BD-AC72-78AC-9778-D7B57014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0533D1-C6E0-9C00-D8C5-171D66E0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DB561-8CCE-ED12-C6B4-D587DB36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75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46E0B-E457-355A-91BD-24FC17CA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53" y="360309"/>
            <a:ext cx="11301532" cy="130807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C35AA-E013-860A-ED4D-6D559A43A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554" y="1658981"/>
            <a:ext cx="5543278" cy="813041"/>
          </a:xfrm>
        </p:spPr>
        <p:txBody>
          <a:bodyPr anchor="b"/>
          <a:lstStyle>
            <a:lvl1pPr marL="0" indent="0">
              <a:buNone/>
              <a:defRPr sz="2368" b="1"/>
            </a:lvl1pPr>
            <a:lvl2pPr marL="451165" indent="0">
              <a:buNone/>
              <a:defRPr sz="1974" b="1"/>
            </a:lvl2pPr>
            <a:lvl3pPr marL="902330" indent="0">
              <a:buNone/>
              <a:defRPr sz="1776" b="1"/>
            </a:lvl3pPr>
            <a:lvl4pPr marL="1353495" indent="0">
              <a:buNone/>
              <a:defRPr sz="1579" b="1"/>
            </a:lvl4pPr>
            <a:lvl5pPr marL="1804660" indent="0">
              <a:buNone/>
              <a:defRPr sz="1579" b="1"/>
            </a:lvl5pPr>
            <a:lvl6pPr marL="2255825" indent="0">
              <a:buNone/>
              <a:defRPr sz="1579" b="1"/>
            </a:lvl6pPr>
            <a:lvl7pPr marL="2706990" indent="0">
              <a:buNone/>
              <a:defRPr sz="1579" b="1"/>
            </a:lvl7pPr>
            <a:lvl8pPr marL="3158155" indent="0">
              <a:buNone/>
              <a:defRPr sz="1579" b="1"/>
            </a:lvl8pPr>
            <a:lvl9pPr marL="3609320" indent="0">
              <a:buNone/>
              <a:defRPr sz="15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2606B9-647E-537F-57BB-BDA2795A2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554" y="2472022"/>
            <a:ext cx="5543278" cy="36359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E8C284-0B18-A4B3-2D5C-3A387761F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509" y="1658981"/>
            <a:ext cx="5570577" cy="813041"/>
          </a:xfrm>
        </p:spPr>
        <p:txBody>
          <a:bodyPr anchor="b"/>
          <a:lstStyle>
            <a:lvl1pPr marL="0" indent="0">
              <a:buNone/>
              <a:defRPr sz="2368" b="1"/>
            </a:lvl1pPr>
            <a:lvl2pPr marL="451165" indent="0">
              <a:buNone/>
              <a:defRPr sz="1974" b="1"/>
            </a:lvl2pPr>
            <a:lvl3pPr marL="902330" indent="0">
              <a:buNone/>
              <a:defRPr sz="1776" b="1"/>
            </a:lvl3pPr>
            <a:lvl4pPr marL="1353495" indent="0">
              <a:buNone/>
              <a:defRPr sz="1579" b="1"/>
            </a:lvl4pPr>
            <a:lvl5pPr marL="1804660" indent="0">
              <a:buNone/>
              <a:defRPr sz="1579" b="1"/>
            </a:lvl5pPr>
            <a:lvl6pPr marL="2255825" indent="0">
              <a:buNone/>
              <a:defRPr sz="1579" b="1"/>
            </a:lvl6pPr>
            <a:lvl7pPr marL="2706990" indent="0">
              <a:buNone/>
              <a:defRPr sz="1579" b="1"/>
            </a:lvl7pPr>
            <a:lvl8pPr marL="3158155" indent="0">
              <a:buNone/>
              <a:defRPr sz="1579" b="1"/>
            </a:lvl8pPr>
            <a:lvl9pPr marL="3609320" indent="0">
              <a:buNone/>
              <a:defRPr sz="15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9EE752-D6C3-4748-69D4-7E313559E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509" y="2472022"/>
            <a:ext cx="5570577" cy="36359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3FD966-CC54-9DF8-A459-1ECB8872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337B3A-3DB1-46AA-3123-B37AE790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E52384-371B-0DDA-327A-24397BA5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40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B1252-97A3-CB0B-7A01-44ED1D56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5969FB-90E4-959B-9B33-F116C97A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3DEF8E-A702-3671-126D-B972776A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52CE5B-D33D-51B9-0DD3-3FEF6F86B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70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373F9F-60B4-809A-600C-84964497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21E393-96A8-C893-2FED-366D3F2D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57D232-9624-C54E-5D26-2DDB4090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15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1A85C-0CB1-3972-F221-752ACD8A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55" y="451168"/>
            <a:ext cx="4226131" cy="1579086"/>
          </a:xfrm>
        </p:spPr>
        <p:txBody>
          <a:bodyPr anchor="b"/>
          <a:lstStyle>
            <a:lvl1pPr>
              <a:defRPr sz="315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12C3A-B52C-09CF-3FD5-A754A6800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0577" y="974398"/>
            <a:ext cx="6633508" cy="4809321"/>
          </a:xfrm>
        </p:spPr>
        <p:txBody>
          <a:bodyPr/>
          <a:lstStyle>
            <a:lvl1pPr>
              <a:defRPr sz="3158"/>
            </a:lvl1pPr>
            <a:lvl2pPr>
              <a:defRPr sz="2763"/>
            </a:lvl2pPr>
            <a:lvl3pPr>
              <a:defRPr sz="2368"/>
            </a:lvl3pPr>
            <a:lvl4pPr>
              <a:defRPr sz="1974"/>
            </a:lvl4pPr>
            <a:lvl5pPr>
              <a:defRPr sz="1974"/>
            </a:lvl5pPr>
            <a:lvl6pPr>
              <a:defRPr sz="1974"/>
            </a:lvl6pPr>
            <a:lvl7pPr>
              <a:defRPr sz="1974"/>
            </a:lvl7pPr>
            <a:lvl8pPr>
              <a:defRPr sz="1974"/>
            </a:lvl8pPr>
            <a:lvl9pPr>
              <a:defRPr sz="19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CB5803-F550-3E98-4671-65454306A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2555" y="2030254"/>
            <a:ext cx="4226131" cy="3761296"/>
          </a:xfrm>
        </p:spPr>
        <p:txBody>
          <a:bodyPr/>
          <a:lstStyle>
            <a:lvl1pPr marL="0" indent="0">
              <a:buNone/>
              <a:defRPr sz="1579"/>
            </a:lvl1pPr>
            <a:lvl2pPr marL="451165" indent="0">
              <a:buNone/>
              <a:defRPr sz="1382"/>
            </a:lvl2pPr>
            <a:lvl3pPr marL="902330" indent="0">
              <a:buNone/>
              <a:defRPr sz="1184"/>
            </a:lvl3pPr>
            <a:lvl4pPr marL="1353495" indent="0">
              <a:buNone/>
              <a:defRPr sz="987"/>
            </a:lvl4pPr>
            <a:lvl5pPr marL="1804660" indent="0">
              <a:buNone/>
              <a:defRPr sz="987"/>
            </a:lvl5pPr>
            <a:lvl6pPr marL="2255825" indent="0">
              <a:buNone/>
              <a:defRPr sz="987"/>
            </a:lvl6pPr>
            <a:lvl7pPr marL="2706990" indent="0">
              <a:buNone/>
              <a:defRPr sz="987"/>
            </a:lvl7pPr>
            <a:lvl8pPr marL="3158155" indent="0">
              <a:buNone/>
              <a:defRPr sz="987"/>
            </a:lvl8pPr>
            <a:lvl9pPr marL="3609320" indent="0">
              <a:buNone/>
              <a:defRPr sz="9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6F3B1F-CECC-F2E1-7743-6BDDBEBD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948661-9699-729B-66C3-09E29FE3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D54197-CC06-0582-FB78-402E5E0A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46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C690F-B8F3-8CC3-5B3C-8890020B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55" y="451168"/>
            <a:ext cx="4226131" cy="1579086"/>
          </a:xfrm>
        </p:spPr>
        <p:txBody>
          <a:bodyPr anchor="b"/>
          <a:lstStyle>
            <a:lvl1pPr>
              <a:defRPr sz="315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FE0B86-41E1-9084-166B-08E48646E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70577" y="974398"/>
            <a:ext cx="6633508" cy="4809321"/>
          </a:xfrm>
        </p:spPr>
        <p:txBody>
          <a:bodyPr/>
          <a:lstStyle>
            <a:lvl1pPr marL="0" indent="0">
              <a:buNone/>
              <a:defRPr sz="3158"/>
            </a:lvl1pPr>
            <a:lvl2pPr marL="451165" indent="0">
              <a:buNone/>
              <a:defRPr sz="2763"/>
            </a:lvl2pPr>
            <a:lvl3pPr marL="902330" indent="0">
              <a:buNone/>
              <a:defRPr sz="2368"/>
            </a:lvl3pPr>
            <a:lvl4pPr marL="1353495" indent="0">
              <a:buNone/>
              <a:defRPr sz="1974"/>
            </a:lvl4pPr>
            <a:lvl5pPr marL="1804660" indent="0">
              <a:buNone/>
              <a:defRPr sz="1974"/>
            </a:lvl5pPr>
            <a:lvl6pPr marL="2255825" indent="0">
              <a:buNone/>
              <a:defRPr sz="1974"/>
            </a:lvl6pPr>
            <a:lvl7pPr marL="2706990" indent="0">
              <a:buNone/>
              <a:defRPr sz="1974"/>
            </a:lvl7pPr>
            <a:lvl8pPr marL="3158155" indent="0">
              <a:buNone/>
              <a:defRPr sz="1974"/>
            </a:lvl8pPr>
            <a:lvl9pPr marL="3609320" indent="0">
              <a:buNone/>
              <a:defRPr sz="197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8B513F-E63E-31E7-DDC8-ED3D70E9D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2555" y="2030254"/>
            <a:ext cx="4226131" cy="3761296"/>
          </a:xfrm>
        </p:spPr>
        <p:txBody>
          <a:bodyPr/>
          <a:lstStyle>
            <a:lvl1pPr marL="0" indent="0">
              <a:buNone/>
              <a:defRPr sz="1579"/>
            </a:lvl1pPr>
            <a:lvl2pPr marL="451165" indent="0">
              <a:buNone/>
              <a:defRPr sz="1382"/>
            </a:lvl2pPr>
            <a:lvl3pPr marL="902330" indent="0">
              <a:buNone/>
              <a:defRPr sz="1184"/>
            </a:lvl3pPr>
            <a:lvl4pPr marL="1353495" indent="0">
              <a:buNone/>
              <a:defRPr sz="987"/>
            </a:lvl4pPr>
            <a:lvl5pPr marL="1804660" indent="0">
              <a:buNone/>
              <a:defRPr sz="987"/>
            </a:lvl5pPr>
            <a:lvl6pPr marL="2255825" indent="0">
              <a:buNone/>
              <a:defRPr sz="987"/>
            </a:lvl6pPr>
            <a:lvl7pPr marL="2706990" indent="0">
              <a:buNone/>
              <a:defRPr sz="987"/>
            </a:lvl7pPr>
            <a:lvl8pPr marL="3158155" indent="0">
              <a:buNone/>
              <a:defRPr sz="987"/>
            </a:lvl8pPr>
            <a:lvl9pPr marL="3609320" indent="0">
              <a:buNone/>
              <a:defRPr sz="9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A9F4C6-DC46-5879-4B26-C3E93615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643336-CD20-4734-B7FA-BC426A5F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137A02-62D7-C37A-F205-3C38C1A4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19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C588B-AB48-43AA-2081-487F3D89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6B68FA-5C58-4777-49DE-9B703F3DD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89086-8161-1968-5C38-DE5752B7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9FE3D2-FA81-0860-CAAF-05DE4765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A8C132-6B6D-8EF4-3FAB-14492549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1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232459-C657-5A4C-3E0B-34CE26206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76996" y="360308"/>
            <a:ext cx="2825383" cy="57351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57D361-EA64-7585-B101-E278FE984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00847" y="360308"/>
            <a:ext cx="8312358" cy="57351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2075E6-C3A7-5FA9-2D60-7AC55B37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6B00C-DEE5-EDDA-A88C-AD7CAC3A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376A85-64B7-1F17-D39E-3F6C87C7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49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0B1099-513C-D92D-0624-70DA4794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47" y="360309"/>
            <a:ext cx="11301532" cy="1308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04554C-BA7E-197A-78F6-AEFB475EC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847" y="1801537"/>
            <a:ext cx="11301532" cy="429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DC9F1-1D7C-7ECC-64CA-B40C2CE31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847" y="6272484"/>
            <a:ext cx="2948226" cy="36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BA611-4C8E-4D12-BAD1-0E3C184A5638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3AF46A-8FAB-E374-991E-2A5F42A79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0444" y="6272484"/>
            <a:ext cx="4422338" cy="36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6E94F7-5D29-2B03-160E-5E1D8F20B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4152" y="6272484"/>
            <a:ext cx="2948226" cy="36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A42C6-03CB-4966-A81A-29F2E6177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95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02330" rtl="0" eaLnBrk="1" latinLnBrk="0" hangingPunct="1">
        <a:lnSpc>
          <a:spcPct val="90000"/>
        </a:lnSpc>
        <a:spcBef>
          <a:spcPct val="0"/>
        </a:spcBef>
        <a:buNone/>
        <a:defRPr sz="434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582" indent="-225582" algn="l" defTabSz="902330" rtl="0" eaLnBrk="1" latinLnBrk="0" hangingPunct="1">
        <a:lnSpc>
          <a:spcPct val="90000"/>
        </a:lnSpc>
        <a:spcBef>
          <a:spcPts val="987"/>
        </a:spcBef>
        <a:buFont typeface="Arial" panose="020B0604020202020204" pitchFamily="34" charset="0"/>
        <a:buChar char="•"/>
        <a:defRPr sz="2763" kern="1200">
          <a:solidFill>
            <a:schemeClr val="tx1"/>
          </a:solidFill>
          <a:latin typeface="+mn-lt"/>
          <a:ea typeface="+mn-ea"/>
          <a:cs typeface="+mn-cs"/>
        </a:defRPr>
      </a:lvl1pPr>
      <a:lvl2pPr marL="67674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2368" kern="1200">
          <a:solidFill>
            <a:schemeClr val="tx1"/>
          </a:solidFill>
          <a:latin typeface="+mn-lt"/>
          <a:ea typeface="+mn-ea"/>
          <a:cs typeface="+mn-cs"/>
        </a:defRPr>
      </a:lvl2pPr>
      <a:lvl3pPr marL="112791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974" kern="1200">
          <a:solidFill>
            <a:schemeClr val="tx1"/>
          </a:solidFill>
          <a:latin typeface="+mn-lt"/>
          <a:ea typeface="+mn-ea"/>
          <a:cs typeface="+mn-cs"/>
        </a:defRPr>
      </a:lvl3pPr>
      <a:lvl4pPr marL="157907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4pPr>
      <a:lvl5pPr marL="203024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5pPr>
      <a:lvl6pPr marL="248140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6pPr>
      <a:lvl7pPr marL="293257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7pPr>
      <a:lvl8pPr marL="338373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8pPr>
      <a:lvl9pPr marL="383490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1pPr>
      <a:lvl2pPr marL="45116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2pPr>
      <a:lvl3pPr marL="90233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3pPr>
      <a:lvl4pPr marL="135349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4pPr>
      <a:lvl5pPr marL="180466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5pPr>
      <a:lvl6pPr marL="225582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6pPr>
      <a:lvl7pPr marL="270699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7pPr>
      <a:lvl8pPr marL="315815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8pPr>
      <a:lvl9pPr marL="360932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6DE07882-E749-FC4C-0CAB-987C4AC20E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3103992" cy="676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0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m13552491203@163.com</dc:creator>
  <cp:lastModifiedBy>m13552491203@163.com</cp:lastModifiedBy>
  <cp:revision>1</cp:revision>
  <dcterms:created xsi:type="dcterms:W3CDTF">2026-07-29T13:38:37Z</dcterms:created>
  <dcterms:modified xsi:type="dcterms:W3CDTF">2026-07-29T13:38:37Z</dcterms:modified>
</cp:coreProperties>
</file>